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0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8BA6-3FBA-4E18-B73B-1D1312BF3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284C-B58A-4C34-B62C-1C5D58362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45969-9C41-4072-A74B-D7F7EFA08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327E9-807C-45D0-94C1-D02C4A0D92C0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F5D85-98BA-4574-A5D8-1B1497E1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853BD-A087-4A04-95DC-DFBA555D7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3B63-0662-4CB2-A47B-AB006B1653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3130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0285E-8837-4103-B17F-BEB8A1763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011C6-81F8-4A4A-BE81-C27C2208D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D6B31-861C-40A2-8152-C22761FE6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327E9-807C-45D0-94C1-D02C4A0D92C0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E78C4-A628-4042-8584-44DFBC68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C7FC-9362-4F41-B484-C9F0E2DC4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3B63-0662-4CB2-A47B-AB006B1653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568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341CA-2808-49B2-92C1-43B079FD5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6EDC1-E9F7-48A9-A0E7-FD2474599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C66B9-280C-4F34-9FEF-5A1ED793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327E9-807C-45D0-94C1-D02C4A0D92C0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546B8-90FF-4A5B-BDB1-E31226FF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446BD-F2CD-46E4-A3F6-B5C6CC53A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3B63-0662-4CB2-A47B-AB006B1653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185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77E23-C0B6-432E-AE6A-A121EE4A6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0E811-7329-45C8-8A0A-C758F3637E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2577AD-4236-4506-A9E5-8D56F5377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7C95C-E54C-485C-A049-42E545941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327E9-807C-45D0-94C1-D02C4A0D92C0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F2D6D-B812-47EE-B0EB-59E8DA291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568DF-5527-4437-8EF2-FF49C31B4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3B63-0662-4CB2-A47B-AB006B1653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340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D55A8-1483-421D-A1B5-05A93A6ED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60533-E692-42FE-97A9-EE5F0CC16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3767D-3224-48F2-83EE-7773BE580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318EE-084C-45BC-A3A1-AA8166E4E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76DF1A-319F-4DEC-8D6A-9C94E498E9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CDB754-100D-4AE3-973D-896F97BD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327E9-807C-45D0-94C1-D02C4A0D92C0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827892-D9A4-485C-8553-DD5EC026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ADEDE4-226A-43FD-AC33-711BC391D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3B63-0662-4CB2-A47B-AB006B1653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83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4ED6E-CFE4-439E-BD8B-07D9D797E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42B9B5-B8E1-4772-AAD4-8F6D0D9A6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327E9-807C-45D0-94C1-D02C4A0D92C0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E4BD4-874E-4252-8F3D-EA2F2F7A7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B61ABB-7458-4D49-AE0E-320D586D3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3B63-0662-4CB2-A47B-AB006B1653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4505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AB0CC3-F04D-4F66-ADA2-41768948E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327E9-807C-45D0-94C1-D02C4A0D92C0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F56D4-3396-4F60-A431-61F38084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19896-40A2-4356-9B29-9C8599E5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3B63-0662-4CB2-A47B-AB006B1653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084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BE53-6CD1-49D4-80EE-317F802A6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B343D-8C76-4B87-8E55-C5F6BCA97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6883C-7E76-4182-9331-B69DC8857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13140-0151-4FEF-AD3F-68CF9B7F2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327E9-807C-45D0-94C1-D02C4A0D92C0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2B183-AF8B-407D-AFD9-63C2AFE6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1CFE1-E182-4121-8905-2A2314FD0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3B63-0662-4CB2-A47B-AB006B1653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46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9885A-A364-4A9C-A960-4046B6AF0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216393-92A2-4A06-9D5D-5BBCB3D866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131F9C-6C1A-497E-AAED-2B3F07825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A33EA-E0E7-4253-890C-632957551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327E9-807C-45D0-94C1-D02C4A0D92C0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A7904-296F-40AD-B2E7-E418E597A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22CDD-E370-49EC-B4B6-31357313E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3B63-0662-4CB2-A47B-AB006B1653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244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F5D5-07CE-4E55-A406-70BB3CAA9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E455CD-5C6F-4CCA-ACB0-7D8451920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BC0BA-3D1F-4087-93F6-852F3FE9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327E9-807C-45D0-94C1-D02C4A0D92C0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1D424-4012-4355-B4BA-E528B2BA9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51CE-4B6C-4386-BF1B-B8628185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3B63-0662-4CB2-A47B-AB006B1653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770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0636E5-F784-4A1B-B975-94498C7890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B84E4-EA5F-4F42-AE3E-8AED04475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22D02-4C37-42BB-B885-A7DA8D5DA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327E9-807C-45D0-94C1-D02C4A0D92C0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9BCB2-3DBF-4D32-AB7B-8889000AF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F42B2-2804-45B0-A2A9-4D1ABFB6C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3B63-0662-4CB2-A47B-AB006B1653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2963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863A58-4F5D-4B40-B096-FD4319A7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5EFB3-64FE-4776-A5D0-A9206A258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E4023-2A81-4369-97A8-742AEFFB1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327E9-807C-45D0-94C1-D02C4A0D92C0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C1A3E-0EC2-4807-9471-4F16369CB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7855-12E8-4F14-80E6-C3BF90213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13B63-0662-4CB2-A47B-AB006B1653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99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5617C2-C68E-44F2-AC35-30BD533564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2732808"/>
            <a:ext cx="10629899" cy="287186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2728B4-2292-46EA-B7CD-8959C7669C53}"/>
              </a:ext>
            </a:extLst>
          </p:cNvPr>
          <p:cNvSpPr txBox="1"/>
          <p:nvPr/>
        </p:nvSpPr>
        <p:spPr>
          <a:xfrm>
            <a:off x="1301899" y="3753240"/>
            <a:ext cx="98215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b="1" dirty="0"/>
              <a:t>We are a safe and inclusive lab for all!</a:t>
            </a:r>
          </a:p>
        </p:txBody>
      </p:sp>
    </p:spTree>
    <p:extLst>
      <p:ext uri="{BB962C8B-B14F-4D97-AF65-F5344CB8AC3E}">
        <p14:creationId xmlns:p14="http://schemas.microsoft.com/office/powerpoint/2010/main" val="2674533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Marshall, Hollie J. (Dr.)</dc:creator>
  <cp:lastModifiedBy>Marshall, Hollie J. (Dr.)</cp:lastModifiedBy>
  <cp:revision>1</cp:revision>
  <dcterms:created xsi:type="dcterms:W3CDTF">2026-04-27T13:20:42Z</dcterms:created>
  <dcterms:modified xsi:type="dcterms:W3CDTF">2026-04-27T13:22:23Z</dcterms:modified>
</cp:coreProperties>
</file>